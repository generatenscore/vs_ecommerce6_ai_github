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420" autoAdjust="0"/>
  </p:normalViewPr>
  <p:slideViewPr>
    <p:cSldViewPr snapToGrid="0">
      <p:cViewPr varScale="1">
        <p:scale>
          <a:sx n="95" d="100"/>
          <a:sy n="95" d="100"/>
        </p:scale>
        <p:origin x="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A1517-15F2-4261-8115-EFA67B0F6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52C467-6E24-4F03-A40A-DBA68614D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E79A83-A8DB-4916-A95F-FCA98476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FB2D30-28B9-4227-8F81-5BF2D134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7FE72-DFF7-4E3B-8BA5-E8A49A26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87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D9ADD-5DD8-4179-ADBD-4A75F0B3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1D0933-41BF-444D-B7B9-CF0A3E216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BFA58-FFF3-4391-9FA6-F388E4F2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4B9B19-6BEB-450C-BC43-4D06FFF29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5973CB-4E8D-425D-81D8-FB4AA843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914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61FB62-841D-4675-B1B6-B21E366B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1038C3-91FC-4CAA-9219-C38BD8B89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E50206-C714-4A9A-AC16-E1CCA38A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D38CAC-B5D2-48D5-B824-840734E8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98C030-A964-4FCD-94C0-0E42D0C5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3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CC5BC-7E6E-479D-8B0E-76CC99E6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BCBAD-85BC-46A7-A140-03E226AA1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8EDCE8-0DA7-4B8B-866B-18DB26874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57C155-7B14-4984-869C-6E8F162F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8B82C8-2B51-4865-94AA-02A3A32F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56B52-C603-4DF4-8A02-D3DA15AD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86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A084B-F7BF-473E-A255-6F594F219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3ABD9C-878E-4F58-AE8E-250D3394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397E3E-C4E4-4921-903D-3B57614AC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150FC3-37BB-4E22-8F59-09FBF0FD7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F79F56-7D9C-4996-B397-454791E16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C6AEE7-8BAD-4DD9-B18C-73C9FE21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82F581-8270-4E7B-BD98-41B54EA4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FE2FED-2BBE-40FD-9A84-8FF14C90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556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9418E-49DF-4BD8-90B9-BD365878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CC6D60-3733-4AFC-899D-86AEFF11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10FBC6-2A38-4BB1-B224-4D69A02AB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599E5A-3C86-43B5-B4E9-5D5CC272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462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AB582A-B141-4923-A8FD-E2CE5AD7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ADDDBF-6DE2-40AE-8AFA-1F8A3ACC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33DE4F-E86F-4605-A7BA-BD7FA0DB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04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C1F8F-828A-4C2C-8A02-32523BFD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0C5156-F133-4781-A71F-09E3329D1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AD669E-B122-4D7D-9800-32D3ED836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5FB072-08E5-4F53-B0F1-61275BED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523DA0-EF46-4FE2-BE8D-A6D28285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E4A5F6-3762-49D1-BFAE-CE57B758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30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E4608-7409-4BB1-8887-E8A6B79B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C7AC3C-FD07-4D9D-81EF-C7D538E40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57B3CA-D440-4C10-AD05-51889D068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FDE2DB-E299-4002-85C0-E73FBD82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FA0C5E-05E7-4626-8B4A-8FD6C859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258F23-BA39-43CF-8941-BD1C05D9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2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2E8B6-9E7F-47DD-AB61-16B3BBEB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5D82AD-B84E-45D5-8CFF-F00BAD335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88C5F9-773D-44AB-8A60-F3646AC9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672D3-2927-4771-936F-59A5C1EA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9922B7-418C-4AFA-A316-63FF8CEB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70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98843B-3FC0-41FE-AD3D-E18024FC59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549F20-8468-494C-8A73-C3F6C17DF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D8F751-8B1C-4CC8-BED8-841C7CC1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9853D-39C7-4167-BB57-DA704EC2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E81199-0559-4C3E-B374-95EC78DD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67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087FEA-84B9-47BF-84AA-DD822245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507AB1-806A-44DF-A97A-DC0725F59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DFCE15-621B-4963-B755-F98BAD82A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76A85-3966-4301-809E-8A278FA0B79F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FB20C-5879-4216-8E92-4517C3AB3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2C603F-DCF1-411F-9A7D-A976BA6BD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04AC7-24AB-4B28-A5A6-DDD251EC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3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46B952-5428-473E-B38B-FA2850F9B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533771"/>
              </p:ext>
            </p:extLst>
          </p:nvPr>
        </p:nvGraphicFramePr>
        <p:xfrm>
          <a:off x="208547" y="719666"/>
          <a:ext cx="11806990" cy="486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4205647552"/>
                    </a:ext>
                  </a:extLst>
                </a:gridCol>
                <a:gridCol w="1395664">
                  <a:extLst>
                    <a:ext uri="{9D8B030D-6E8A-4147-A177-3AD203B41FA5}">
                      <a16:colId xmlns:a16="http://schemas.microsoft.com/office/drawing/2014/main" val="1582725115"/>
                    </a:ext>
                  </a:extLst>
                </a:gridCol>
                <a:gridCol w="2860842">
                  <a:extLst>
                    <a:ext uri="{9D8B030D-6E8A-4147-A177-3AD203B41FA5}">
                      <a16:colId xmlns:a16="http://schemas.microsoft.com/office/drawing/2014/main" val="2500803880"/>
                    </a:ext>
                  </a:extLst>
                </a:gridCol>
                <a:gridCol w="2860842">
                  <a:extLst>
                    <a:ext uri="{9D8B030D-6E8A-4147-A177-3AD203B41FA5}">
                      <a16:colId xmlns:a16="http://schemas.microsoft.com/office/drawing/2014/main" val="496627272"/>
                    </a:ext>
                  </a:extLst>
                </a:gridCol>
                <a:gridCol w="2860842">
                  <a:extLst>
                    <a:ext uri="{9D8B030D-6E8A-4147-A177-3AD203B41FA5}">
                      <a16:colId xmlns:a16="http://schemas.microsoft.com/office/drawing/2014/main" val="386228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customers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categories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products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orders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order_items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67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 [PK]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 [PK]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 [PK]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 [PK]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id [PK]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534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name[u]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category_name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latinLnBrk="1"/>
                      <a:r>
                        <a:rPr lang="en-US" altLang="ko-KR" dirty="0"/>
                        <a:t>[FK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 caterogies.name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order_code</a:t>
                      </a:r>
                      <a:r>
                        <a:rPr lang="en-US" altLang="ko-KR" dirty="0"/>
                        <a:t>[u]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order_code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latinLnBrk="1"/>
                      <a:r>
                        <a:rPr lang="en-US" altLang="ko-KR" dirty="0"/>
                        <a:t>[FK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US" altLang="ko-KR" dirty="0" err="1">
                          <a:sym typeface="Wingdings" panose="05000000000000000000" pitchFamily="2" charset="2"/>
                        </a:rPr>
                        <a:t>orders.order_code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3728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name[u]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customer_name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latinLnBrk="1"/>
                      <a:r>
                        <a:rPr lang="en-US" altLang="ko-KR" dirty="0"/>
                        <a:t>[FK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 customers.name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679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city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order_date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8824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name[u]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product_name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latinLnBrk="1"/>
                      <a:r>
                        <a:rPr lang="en-US" altLang="ko-KR" dirty="0"/>
                        <a:t>[FK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 products.name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85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signup_date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quantity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0565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customer_code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unit price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3334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products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category</a:t>
                      </a: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rgbClr val="FF0000"/>
                          </a:solidFill>
                        </a:rPr>
                        <a:t>order_items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order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50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orders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customer</a:t>
                      </a: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515718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rgbClr val="FF0000"/>
                          </a:solidFill>
                        </a:rPr>
                        <a:t>order_items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product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964097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F5FFAD1-7691-49FD-BC8F-96F85F057F2B}"/>
              </a:ext>
            </a:extLst>
          </p:cNvPr>
          <p:cNvCxnSpPr>
            <a:cxnSpLocks/>
          </p:cNvCxnSpPr>
          <p:nvPr/>
        </p:nvCxnSpPr>
        <p:spPr>
          <a:xfrm>
            <a:off x="3046064" y="4676587"/>
            <a:ext cx="4170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2BF5DD0-FACD-4075-B1E8-EADAFBC45DE4}"/>
              </a:ext>
            </a:extLst>
          </p:cNvPr>
          <p:cNvCxnSpPr>
            <a:cxnSpLocks/>
          </p:cNvCxnSpPr>
          <p:nvPr/>
        </p:nvCxnSpPr>
        <p:spPr>
          <a:xfrm>
            <a:off x="1058779" y="5043934"/>
            <a:ext cx="53099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56617E5-10E2-4CFB-9DA1-51A6762E0579}"/>
              </a:ext>
            </a:extLst>
          </p:cNvPr>
          <p:cNvCxnSpPr>
            <a:cxnSpLocks/>
          </p:cNvCxnSpPr>
          <p:nvPr/>
        </p:nvCxnSpPr>
        <p:spPr>
          <a:xfrm>
            <a:off x="7603958" y="4671630"/>
            <a:ext cx="15750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54323DC-C679-432E-AEED-91B5C3D6D970}"/>
              </a:ext>
            </a:extLst>
          </p:cNvPr>
          <p:cNvCxnSpPr>
            <a:cxnSpLocks/>
          </p:cNvCxnSpPr>
          <p:nvPr/>
        </p:nvCxnSpPr>
        <p:spPr>
          <a:xfrm>
            <a:off x="4764505" y="5417586"/>
            <a:ext cx="44465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11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113</Words>
  <Application>Microsoft Office PowerPoint</Application>
  <PresentationFormat>와이드스크린</PresentationFormat>
  <Paragraphs>37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gram</dc:creator>
  <cp:lastModifiedBy>gram</cp:lastModifiedBy>
  <cp:revision>8</cp:revision>
  <dcterms:created xsi:type="dcterms:W3CDTF">2026-07-30T05:17:50Z</dcterms:created>
  <dcterms:modified xsi:type="dcterms:W3CDTF">2026-08-06T23:28:17Z</dcterms:modified>
</cp:coreProperties>
</file>